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650778b1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650778b1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650778b1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650778b1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650778b1e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650778b1e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650778b1e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650778b1e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650778b1e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650778b1e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650778b1e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650778b1e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650778b1e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650778b1e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006eb9898_0_6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006eb9898_0_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6fc6362c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6fc6362c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6fc6362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6fc6362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650778b1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650778b1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650778b1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650778b1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650778b1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650778b1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650778b1e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650778b1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006eb9898_0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006eb9898_0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006eb9898_0_7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006eb9898_0_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650778b1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e650778b1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650778b1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650778b1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650778b1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650778b1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650778b1e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650778b1e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650778b1e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e650778b1e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650778b1e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e650778b1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13e88b08a_0_10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13e88b08a_0_1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5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12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Relationship Id="rId4" Type="http://schemas.openxmlformats.org/officeDocument/2006/relationships/image" Target="../media/image20.jpg"/><Relationship Id="rId5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gif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ijs-vision-2026.vercel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0" y="2009650"/>
            <a:ext cx="9144000" cy="313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Goal : Prepare the school lawn to use as a </a:t>
            </a:r>
            <a:endParaRPr b="1"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outdoor RECPTION lawn</a:t>
            </a:r>
            <a:endParaRPr b="1"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For </a:t>
            </a:r>
            <a:endParaRPr b="1"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M</a:t>
            </a:r>
            <a:r>
              <a:rPr b="1" lang="en" sz="2600"/>
              <a:t>arriages  	B</a:t>
            </a:r>
            <a:r>
              <a:rPr b="1" lang="en" sz="2600"/>
              <a:t>irthdays  	A</a:t>
            </a:r>
            <a:r>
              <a:rPr b="1" lang="en" sz="2600"/>
              <a:t>nniversaries.</a:t>
            </a:r>
            <a:endParaRPr b="1"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Outdoor VBS studies. </a:t>
            </a:r>
            <a:endParaRPr b="1"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Outdoor Performance.</a:t>
            </a:r>
            <a:endParaRPr b="1"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Outdoor Competitions.</a:t>
            </a:r>
            <a:endParaRPr b="1" sz="5900"/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464100" y="237549"/>
            <a:ext cx="8520600" cy="177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833"/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833"/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833"/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833"/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833"/>
              <a:t>IJS  </a:t>
            </a:r>
            <a:r>
              <a:rPr b="1" lang="en" sz="4433">
                <a:solidFill>
                  <a:schemeClr val="dk2"/>
                </a:solidFill>
              </a:rPr>
              <a:t>Vision</a:t>
            </a:r>
            <a:r>
              <a:rPr b="1" lang="en" sz="6833"/>
              <a:t> 2026</a:t>
            </a:r>
            <a:endParaRPr b="1" sz="6833"/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17025" y="250"/>
            <a:ext cx="9144000" cy="514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—School lawn—</a:t>
            </a:r>
            <a:endParaRPr b="1"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" sz="2500"/>
              <a:t>Set up one court ( badminton &amp; pickle ball) - removable net and pole - $150</a:t>
            </a:r>
            <a:endParaRPr b="1"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" sz="2500"/>
              <a:t>Concreting for badminton court  - Electrical and Water connection to trees before concreting - $1500?</a:t>
            </a:r>
            <a:endParaRPr b="1"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" sz="2500"/>
              <a:t>Wood top and wood bottom/AalThara on entry tree to block the sap but don’t catch the leaves - $500</a:t>
            </a:r>
            <a:endParaRPr b="1"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" sz="2500"/>
              <a:t>Paint the stage - $50</a:t>
            </a:r>
            <a:endParaRPr b="1"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" sz="2500"/>
              <a:t>Plant tall bougainvillea behind the stage to cover the houses - $100</a:t>
            </a:r>
            <a:endParaRPr b="1"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" sz="2500"/>
              <a:t>Portable stage at the entry/middle - $500</a:t>
            </a:r>
            <a:endParaRPr b="1"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" sz="2500"/>
              <a:t>Nursing station portable - $300</a:t>
            </a:r>
            <a:endParaRPr b="1"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" sz="2500"/>
              <a:t>Playhouse under the tree - $300</a:t>
            </a:r>
            <a:endParaRPr b="1"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0" y="0"/>
            <a:ext cx="8839200" cy="6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Church lawn - original</a:t>
            </a:r>
            <a:endParaRPr sz="3700"/>
          </a:p>
        </p:txBody>
      </p:sp>
      <p:pic>
        <p:nvPicPr>
          <p:cNvPr id="66" name="Google Shape;66;p15" title="school lawn - original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7200"/>
            <a:ext cx="9143999" cy="4496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0" y="-102175"/>
            <a:ext cx="9144000" cy="7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Church lawn - Birthday stage - 1</a:t>
            </a:r>
            <a:endParaRPr sz="3700"/>
          </a:p>
        </p:txBody>
      </p:sp>
      <p:pic>
        <p:nvPicPr>
          <p:cNvPr id="72" name="Google Shape;72;p16" title="stage - 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2825"/>
            <a:ext cx="9144001" cy="470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0" y="-102175"/>
            <a:ext cx="9144000" cy="7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Church lawn - Birthday stage - 2</a:t>
            </a:r>
            <a:endParaRPr sz="3700"/>
          </a:p>
        </p:txBody>
      </p:sp>
      <p:pic>
        <p:nvPicPr>
          <p:cNvPr id="78" name="Google Shape;78;p17" title="stage - 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65425"/>
            <a:ext cx="9144000" cy="437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0" y="-102175"/>
            <a:ext cx="9144000" cy="7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Church lawn - Birthday stage - 3</a:t>
            </a:r>
            <a:endParaRPr sz="3700"/>
          </a:p>
        </p:txBody>
      </p:sp>
      <p:pic>
        <p:nvPicPr>
          <p:cNvPr id="84" name="Google Shape;84;p18" title="stage - 3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65425"/>
            <a:ext cx="9144000" cy="4378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0" y="-102175"/>
            <a:ext cx="9144000" cy="7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Church lawn - Birthday stage - 4</a:t>
            </a:r>
            <a:endParaRPr sz="3700"/>
          </a:p>
        </p:txBody>
      </p:sp>
      <p:pic>
        <p:nvPicPr>
          <p:cNvPr id="90" name="Google Shape;90;p19" title="stage - 4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65425"/>
            <a:ext cx="9144000" cy="4378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0" y="-102175"/>
            <a:ext cx="9144000" cy="7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Church lawn - Birthday stage - 5</a:t>
            </a:r>
            <a:endParaRPr sz="3700"/>
          </a:p>
        </p:txBody>
      </p:sp>
      <p:pic>
        <p:nvPicPr>
          <p:cNvPr id="96" name="Google Shape;96;p20" title="stage - 5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65425"/>
            <a:ext cx="9144000" cy="4378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0" y="0"/>
            <a:ext cx="9144000" cy="6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Church lawn - with curtain 1</a:t>
            </a:r>
            <a:endParaRPr sz="3700"/>
          </a:p>
        </p:txBody>
      </p:sp>
      <p:pic>
        <p:nvPicPr>
          <p:cNvPr id="102" name="Google Shape;102;p21" title="school lawn with curtain -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99500"/>
            <a:ext cx="8991601" cy="4343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0" y="0"/>
            <a:ext cx="9144000" cy="6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Church lawn - with curtain 2</a:t>
            </a:r>
            <a:endParaRPr sz="3700"/>
          </a:p>
        </p:txBody>
      </p:sp>
      <p:pic>
        <p:nvPicPr>
          <p:cNvPr id="108" name="Google Shape;108;p22" title="school lawn with curtain -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99500"/>
            <a:ext cx="9143999" cy="4343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0" y="0"/>
            <a:ext cx="9144000" cy="6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Church lawn - platform - top</a:t>
            </a:r>
            <a:endParaRPr sz="3700"/>
          </a:p>
        </p:txBody>
      </p:sp>
      <p:pic>
        <p:nvPicPr>
          <p:cNvPr id="114" name="Google Shape;114;p23" title="platform - making - 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5025" y="647200"/>
            <a:ext cx="7508975" cy="449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0" y="0"/>
            <a:ext cx="39684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Church lawn </a:t>
            </a:r>
            <a:endParaRPr sz="3700"/>
          </a:p>
        </p:txBody>
      </p:sp>
      <p:pic>
        <p:nvPicPr>
          <p:cNvPr id="120" name="Google Shape;120;p24" title="platform - making - 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0800" y="152400"/>
            <a:ext cx="3968400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0" y="0"/>
            <a:ext cx="30996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Church lawn - materials </a:t>
            </a:r>
            <a:endParaRPr sz="3700"/>
          </a:p>
        </p:txBody>
      </p:sp>
      <p:pic>
        <p:nvPicPr>
          <p:cNvPr id="126" name="Google Shape;126;p25" title="platform - making - 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2000" y="152400"/>
            <a:ext cx="5739599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5" title="round - rungs - 2 inches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2000" y="2724150"/>
            <a:ext cx="5739600" cy="22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0" y="0"/>
            <a:ext cx="24525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Church lawn </a:t>
            </a:r>
            <a:endParaRPr sz="3700"/>
          </a:p>
        </p:txBody>
      </p:sp>
      <p:pic>
        <p:nvPicPr>
          <p:cNvPr id="133" name="Google Shape;133;p26" title="aalThara-origin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2500" y="0"/>
            <a:ext cx="6691500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0" y="0"/>
            <a:ext cx="24015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Church lawn - with Court</a:t>
            </a:r>
            <a:endParaRPr sz="3700"/>
          </a:p>
        </p:txBody>
      </p:sp>
      <p:pic>
        <p:nvPicPr>
          <p:cNvPr id="139" name="Google Shape;139;p27" title="aalThara-with-cou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1500" y="-152400"/>
            <a:ext cx="67425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0" y="-102200"/>
            <a:ext cx="9144000" cy="8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33"/>
              <a:t>School lawn - with court - and - canopy </a:t>
            </a:r>
            <a:endParaRPr/>
          </a:p>
        </p:txBody>
      </p:sp>
      <p:pic>
        <p:nvPicPr>
          <p:cNvPr id="145" name="Google Shape;145;p28" title="IMG_7-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8450" y="596100"/>
            <a:ext cx="6744449" cy="4547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0" y="0"/>
            <a:ext cx="39684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Church lawn - 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Aalthara as stage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On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Entry tree</a:t>
            </a:r>
            <a:endParaRPr sz="2400"/>
          </a:p>
        </p:txBody>
      </p:sp>
      <p:pic>
        <p:nvPicPr>
          <p:cNvPr id="151" name="Google Shape;151;p29" title="aalTha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0800" y="152400"/>
            <a:ext cx="5023200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type="title"/>
          </p:nvPr>
        </p:nvSpPr>
        <p:spPr>
          <a:xfrm>
            <a:off x="0" y="0"/>
            <a:ext cx="24867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Church lawn - aalThara top with clearResin 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( holy Communion )photo</a:t>
            </a:r>
            <a:endParaRPr sz="3700"/>
          </a:p>
        </p:txBody>
      </p:sp>
      <p:pic>
        <p:nvPicPr>
          <p:cNvPr id="157" name="Google Shape;157;p30" title="round with hol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8700" y="152400"/>
            <a:ext cx="6555300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type="title"/>
          </p:nvPr>
        </p:nvSpPr>
        <p:spPr>
          <a:xfrm>
            <a:off x="0" y="0"/>
            <a:ext cx="39684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Church lawn - Nursing station - using - storage shed</a:t>
            </a:r>
            <a:endParaRPr sz="3700"/>
          </a:p>
        </p:txBody>
      </p:sp>
      <p:pic>
        <p:nvPicPr>
          <p:cNvPr id="163" name="Google Shape;163;p31" title="IMG_8-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3825" y="0"/>
            <a:ext cx="2045800" cy="499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31" title="IMG_8-C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75" y="1652050"/>
            <a:ext cx="4923450" cy="349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31" title="IMG_8-B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97786" y="0"/>
            <a:ext cx="20458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0" y="0"/>
            <a:ext cx="22482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Church lawn - original - Engineer is explaining the construction plan</a:t>
            </a:r>
            <a:endParaRPr sz="3700"/>
          </a:p>
        </p:txBody>
      </p:sp>
      <p:pic>
        <p:nvPicPr>
          <p:cNvPr id="171" name="Google Shape;171;p32" title="school lawn - real phot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0650" y="152400"/>
            <a:ext cx="6623350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/>
          <p:nvPr>
            <p:ph type="title"/>
          </p:nvPr>
        </p:nvSpPr>
        <p:spPr>
          <a:xfrm>
            <a:off x="0" y="0"/>
            <a:ext cx="19926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Church lawn - Original</a:t>
            </a:r>
            <a:endParaRPr sz="3700"/>
          </a:p>
        </p:txBody>
      </p:sp>
      <p:pic>
        <p:nvPicPr>
          <p:cNvPr id="177" name="Google Shape;177;p33" title="school lawn - real photo-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5000" y="152400"/>
            <a:ext cx="6999001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0" y="0"/>
            <a:ext cx="22821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Church lawn - stage - before</a:t>
            </a:r>
            <a:endParaRPr sz="3700"/>
          </a:p>
        </p:txBody>
      </p:sp>
      <p:pic>
        <p:nvPicPr>
          <p:cNvPr id="183" name="Google Shape;183;p34" title="school lawn - stage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3950" y="152400"/>
            <a:ext cx="6470050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5"/>
          <p:cNvSpPr txBox="1"/>
          <p:nvPr>
            <p:ph type="title"/>
          </p:nvPr>
        </p:nvSpPr>
        <p:spPr>
          <a:xfrm>
            <a:off x="0" y="0"/>
            <a:ext cx="19245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Church lawn - stage - after</a:t>
            </a:r>
            <a:endParaRPr sz="3700"/>
          </a:p>
        </p:txBody>
      </p:sp>
      <p:pic>
        <p:nvPicPr>
          <p:cNvPr id="189" name="Google Shape;189;p35" title="school lawn - stage-aft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6900" y="152400"/>
            <a:ext cx="7067100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/>
          <p:nvPr>
            <p:ph type="title"/>
          </p:nvPr>
        </p:nvSpPr>
        <p:spPr>
          <a:xfrm>
            <a:off x="311700" y="646202"/>
            <a:ext cx="8520600" cy="8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more details:</a:t>
            </a:r>
            <a:endParaRPr/>
          </a:p>
        </p:txBody>
      </p:sp>
      <p:sp>
        <p:nvSpPr>
          <p:cNvPr id="195" name="Google Shape;195;p36"/>
          <p:cNvSpPr txBox="1"/>
          <p:nvPr>
            <p:ph idx="1" type="body"/>
          </p:nvPr>
        </p:nvSpPr>
        <p:spPr>
          <a:xfrm>
            <a:off x="311700" y="1704700"/>
            <a:ext cx="8520600" cy="9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100" u="sng">
                <a:solidFill>
                  <a:schemeClr val="hlink"/>
                </a:solidFill>
                <a:hlinkClick r:id="rId3"/>
              </a:rPr>
              <a:t>https://ijs-vision-2026.vercel.app/</a:t>
            </a:r>
            <a:endParaRPr b="1" sz="4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